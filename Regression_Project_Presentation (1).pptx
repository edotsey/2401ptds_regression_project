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38" d="100"/>
          <a:sy n="38" d="100"/>
        </p:scale>
        <p:origin x="1284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Regression Project: Forecasting Agricultural Temperatures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Motivation: Climate change impacts agriculture.</a:t>
            </a:r>
          </a:p>
          <a:p>
            <a:r>
              <a:t>Objective: Predict Average Temperature using emissions &amp; agri-food features.</a:t>
            </a:r>
          </a:p>
          <a:p>
            <a:r>
              <a:t>Outcome: Support policymakers &amp; agricultural businesses.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~7 000 records × 31 features.</a:t>
            </a:r>
          </a:p>
          <a:p>
            <a:r>
              <a:t>Features include emissions (CO₂, Fires, Residues), population, energy use.</a:t>
            </a:r>
          </a:p>
          <a:p>
            <a:r>
              <a:t>Target variable: Average_Temperature_C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Temperature Distribution</a:t>
            </a:r>
          </a:p>
        </p:txBody>
      </p:sp>
      <p:pic>
        <p:nvPicPr>
          <p:cNvPr id="3" name="Picture 2" descr="hist_tempera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5486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Exploratory Data Analysis - Correlation Heatmap</a:t>
            </a:r>
          </a:p>
        </p:txBody>
      </p:sp>
      <p:pic>
        <p:nvPicPr>
          <p:cNvPr id="3" name="Picture 2" descr="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29260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Temperature Trend Example - Afghanistan</a:t>
            </a:r>
          </a:p>
        </p:txBody>
      </p:sp>
      <p:pic>
        <p:nvPicPr>
          <p:cNvPr id="3" name="Picture 2" descr="trend_afghanist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97280"/>
            <a:ext cx="64008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 Models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Models Trained:</a:t>
            </a:r>
          </a:p>
          <a:p>
            <a:r>
              <a:t>- Linear Regression (Baseline)</a:t>
            </a:r>
          </a:p>
          <a:p>
            <a:r>
              <a:t>- Decision Tree Regressor</a:t>
            </a:r>
          </a:p>
          <a:p>
            <a:r>
              <a:t>- Random Forest Regressor</a:t>
            </a:r>
          </a:p>
          <a:p>
            <a:r>
              <a:t>- Stacking Regressor (Optional)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t>Metrics Explained:</a:t>
            </a:r>
          </a:p>
          <a:p>
            <a:r>
              <a:t>- R² → Goodness of fit.</a:t>
            </a:r>
          </a:p>
          <a:p>
            <a:r>
              <a:t>- RMSE → Error magnitude.</a:t>
            </a:r>
          </a:p>
          <a:p>
            <a:r>
              <a:t>- MAE → Average prediction error.</a:t>
            </a:r>
          </a:p>
          <a:p>
            <a:endParaRPr/>
          </a:p>
          <a:p>
            <a:r>
              <a:t>Placeholder table for results:</a:t>
            </a:r>
          </a:p>
          <a:p>
            <a:r>
              <a:t>Model | R² | RMSE | MAE</a:t>
            </a:r>
          </a:p>
          <a:p>
            <a:r>
              <a:t>Linear Regression | [ ] | [ ] | [ ]</a:t>
            </a:r>
          </a:p>
          <a:p>
            <a:r>
              <a:t>Decision Tree | [ ] | [ ] | [ ]</a:t>
            </a:r>
          </a:p>
          <a:p>
            <a:r>
              <a:t>Random Forest | [ ] | [ ] | [ ]</a:t>
            </a:r>
          </a:p>
          <a:p>
            <a:r>
              <a:t>Stacking Regressor | [ ] | [ ] | [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Linear Regression underfits.</a:t>
            </a:r>
          </a:p>
          <a:p>
            <a:r>
              <a:t>- Decision Tree captures complexity but may overfit.</a:t>
            </a:r>
          </a:p>
          <a:p>
            <a:r>
              <a:t>- Random Forest expected to generalize best.</a:t>
            </a:r>
          </a:p>
          <a:p>
            <a:r>
              <a:t>- Stacking Regressor (if tuned) may improve performance.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Chosen Model: [Insert best performer].</a:t>
            </a:r>
          </a:p>
          <a:p>
            <a:r>
              <a:t>Implications: Policymakers &amp; agribusiness can simulate impacts.</a:t>
            </a:r>
          </a:p>
          <a:p>
            <a:r>
              <a:t>Future Work:</a:t>
            </a:r>
          </a:p>
          <a:p>
            <a:r>
              <a:t>- Hyperparameter tuning</a:t>
            </a:r>
          </a:p>
          <a:p>
            <a:r>
              <a:t>- Expand dataset</a:t>
            </a:r>
          </a:p>
          <a:p>
            <a:r>
              <a:t>- Feature engineering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Teamwork &amp;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Tools Used:</a:t>
            </a:r>
          </a:p>
          <a:p>
            <a:r>
              <a:t>- GitHub for collaboration</a:t>
            </a:r>
          </a:p>
          <a:p>
            <a:r>
              <a:t>- Trello for project management</a:t>
            </a:r>
          </a:p>
          <a:p>
            <a:r>
              <a:t>- Anaconda/VSCode for development</a:t>
            </a:r>
          </a:p>
          <a:p>
            <a:r>
              <a:t>- Google Slides/Canva for visuals</a:t>
            </a:r>
          </a:p>
          <a:p>
            <a:r>
              <a:t>Proof of teamwork and version control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282</Words>
  <Application>Microsoft Office PowerPoint</Application>
  <PresentationFormat>On-screen Show (4:3)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Regression Project: Forecasting Agricultural Temperatures</vt:lpstr>
      <vt:lpstr>Introduction</vt:lpstr>
      <vt:lpstr>Dataset Overview</vt:lpstr>
      <vt:lpstr>PowerPoint Presentation</vt:lpstr>
      <vt:lpstr>PowerPoint Presentation</vt:lpstr>
      <vt:lpstr>PowerPoint Presentation</vt:lpstr>
      <vt:lpstr>Regression Models</vt:lpstr>
      <vt:lpstr>Evaluation Metrics</vt:lpstr>
      <vt:lpstr>Insights</vt:lpstr>
      <vt:lpstr>Conclusion &amp; Recommendations</vt:lpstr>
      <vt:lpstr>Teamwork &amp; Tools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Regression Project: Forecasting Agricultural Temperatures</dc:title>
  <dc:subject/>
  <dc:creator>Millpark</dc:creator>
  <cp:keywords/>
  <dc:description>generated using python-pptx</dc:description>
  <cp:lastModifiedBy>Millpark</cp:lastModifiedBy>
  <cp:revision>2</cp:revision>
  <dcterms:created xsi:type="dcterms:W3CDTF">2013-01-27T09:14:16Z</dcterms:created>
  <dcterms:modified xsi:type="dcterms:W3CDTF">2025-09-08T16:48:50Z</dcterms:modified>
  <cp:category/>
</cp:coreProperties>
</file>