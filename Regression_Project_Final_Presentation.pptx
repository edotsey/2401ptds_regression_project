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Regression Project: Forecasting Agricultural Temperatures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[Add Names] | Course Code: [Insert]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Motivation: Climate change impacts agriculture.</a:t>
            </a:r>
          </a:p>
          <a:p>
            <a:r>
              <a:t>Objective: Predict Average Temperature using emissions &amp; agri-food features.</a:t>
            </a:r>
          </a:p>
          <a:p>
            <a:r>
              <a:t>Outcome: Support policymakers &amp; agricultural businesses.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~7 000 records × 31 features.</a:t>
            </a:r>
          </a:p>
          <a:p>
            <a:r>
              <a:t>Features: Emissions (CO₂, Fires, Residues), energy use, population.</a:t>
            </a:r>
          </a:p>
          <a:p>
            <a:r>
              <a:t>Target: Average_Temperature_C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Exploratory Data Analysis - Temperature Distribution</a:t>
            </a:r>
          </a:p>
        </p:txBody>
      </p:sp>
      <p:pic>
        <p:nvPicPr>
          <p:cNvPr id="3" name="Picture 2" descr="his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Exploratory Data Analysis - Correlation Heatmap</a:t>
            </a:r>
          </a:p>
        </p:txBody>
      </p:sp>
      <p:pic>
        <p:nvPicPr>
          <p:cNvPr id="3" name="Picture 2" descr="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Temperature Trend Example - Afghanistan</a:t>
            </a:r>
          </a:p>
        </p:txBody>
      </p:sp>
      <p:pic>
        <p:nvPicPr>
          <p:cNvPr id="3" name="Picture 2" descr="trend_afghan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Evaluated:</a:t>
            </a:r>
          </a:p>
          <a:p>
            <a:r>
              <a:t>- Linear Regression</a:t>
            </a:r>
          </a:p>
          <a:p>
            <a:r>
              <a:t>- Ridge Regression</a:t>
            </a:r>
          </a:p>
          <a:p>
            <a:r>
              <a:t>- Lasso Regression</a:t>
            </a:r>
          </a:p>
          <a:p>
            <a:r>
              <a:t>- Random Forest Regressor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Performance Results:</a:t>
            </a:r>
          </a:p>
          <a:p/>
          <a:p>
            <a:r>
              <a:t>Random Forest: R² = 0.9977 | RMSE = 7819.13</a:t>
            </a:r>
          </a:p>
          <a:p>
            <a:r>
              <a:t>Linear Regression: R² = 0.9976 | RMSE = 7913.76</a:t>
            </a:r>
          </a:p>
          <a:p>
            <a:r>
              <a:t>Ridge Regression: R² = 0.9977 | RMSE = 7902.83</a:t>
            </a:r>
          </a:p>
          <a:p>
            <a:r>
              <a:t>Lasso Regression: R² = 0.9976 | RMSE = 8070.94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RMSE Comparison</a:t>
            </a:r>
          </a:p>
        </p:txBody>
      </p:sp>
      <p:pic>
        <p:nvPicPr>
          <p:cNvPr id="3" name="Picture 2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R² Score Comparison</a:t>
            </a:r>
          </a:p>
        </p:txBody>
      </p:sp>
      <p:pic>
        <p:nvPicPr>
          <p:cNvPr id="3" name="Picture 2" descr="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All models achieved very high R² (&gt;0.997)</a:t>
            </a:r>
          </a:p>
          <a:p>
            <a:r>
              <a:t>- Random Forest performed best overall (lowest RMSE)</a:t>
            </a:r>
          </a:p>
          <a:p>
            <a:r>
              <a:t>- Ridge slightly improved over Linear Regression</a:t>
            </a:r>
          </a:p>
          <a:p>
            <a:r>
              <a:t>- Lasso underperformed with higher RMSE and convergence issues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Chosen Model: Random Forest Regressor</a:t>
            </a:r>
          </a:p>
          <a:p>
            <a:r>
              <a:t>Implications: Supports policy &amp; agricultural planning.</a:t>
            </a:r>
          </a:p>
          <a:p>
            <a:r>
              <a:t>Future Work:</a:t>
            </a:r>
          </a:p>
          <a:p>
            <a:r>
              <a:t>- Hyperparameter tuning</a:t>
            </a:r>
          </a:p>
          <a:p>
            <a:r>
              <a:t>- Expand dataset</a:t>
            </a:r>
          </a:p>
          <a:p>
            <a:r>
              <a:t>- Feature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Teamwork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Used:</a:t>
            </a:r>
          </a:p>
          <a:p>
            <a:r>
              <a:t>- GitHub for collaboration</a:t>
            </a:r>
          </a:p>
          <a:p>
            <a:r>
              <a:t>- Trello for project management</a:t>
            </a:r>
          </a:p>
          <a:p>
            <a:r>
              <a:t>- Anaconda/VSCode for development</a:t>
            </a:r>
          </a:p>
          <a:p>
            <a:r>
              <a:t>- Google Slides/Canva for presentation</a:t>
            </a:r>
          </a:p>
          <a:p>
            <a:r>
              <a:t>Proof of teamwork and version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