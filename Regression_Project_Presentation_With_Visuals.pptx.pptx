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Regression Project: Climate and Agriculture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FAO &amp; IPCC Data | MiyelaniM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Climate change poses challenges to food security.</a:t>
            </a:r>
          </a:p>
          <a:p>
            <a:r>
              <a:t>Goal: Predict average temperature using regression models.</a:t>
            </a:r>
          </a:p>
          <a:p>
            <a:r>
              <a:t>Support sustainable agriculture and policy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FAO &amp; IPCC datasets</a:t>
            </a:r>
          </a:p>
          <a:p>
            <a:r>
              <a:t>~7,000 records with 30+ features.</a:t>
            </a:r>
          </a:p>
          <a:p>
            <a:r>
              <a:t>Cleaned dataset provided in repo under /data.</a:t>
            </a:r>
          </a:p>
          <a:p>
            <a:r>
              <a:t>Key variables: Year, Region, Temperature, Emissions, Agriculture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Visualized distributions, trends, and correlations.</a:t>
            </a:r>
          </a:p>
          <a:p>
            <a:r>
              <a:t>Histograms and scatter plots reveal temperature patterns over time.</a:t>
            </a:r>
          </a:p>
          <a:p>
            <a:r>
              <a:t>Correlation heatmap highlights key predictors.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 Linear Regression, Ridge, Lasso.</a:t>
            </a:r>
          </a:p>
          <a:p>
            <a:r>
              <a:t>Evaluation metrics: R², MAE, RMSE.</a:t>
            </a:r>
          </a:p>
          <a:p>
            <a:r>
              <a:t>Ridge regression improved generalization by reducing overfitting.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R² score: ~0.82 (example from repo results).</a:t>
            </a:r>
          </a:p>
          <a:p>
            <a:r>
              <a:t>RMSE shows reliable predictions of average temperature.</a:t>
            </a:r>
          </a:p>
          <a:p>
            <a:r>
              <a:t>Visualization: Predictions vs Actuals confirm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Climate strongly impacts agricultural yields.</a:t>
            </a:r>
          </a:p>
          <a:p>
            <a:r>
              <a:t>Regression models provide useful predictive insights.</a:t>
            </a:r>
          </a:p>
          <a:p>
            <a:r>
              <a:t>Policymakers can use findings for sustainable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approach effective for temperature prediction.</a:t>
            </a:r>
          </a:p>
          <a:p>
            <a:r>
              <a:t>Supports climate adaptation in agriculture.</a:t>
            </a:r>
          </a:p>
          <a:p>
            <a:r>
              <a:t>Next steps: Incorporate more data sources, test advanced ML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Total Emissions</a:t>
            </a:r>
          </a:p>
        </p:txBody>
      </p:sp>
      <p:pic>
        <p:nvPicPr>
          <p:cNvPr id="3" name="Picture 2" descr="hist_total_e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Average Temperature Trend - Afghanistan</a:t>
            </a:r>
          </a:p>
        </p:txBody>
      </p:sp>
      <p:pic>
        <p:nvPicPr>
          <p:cNvPr id="3" name="Picture 2" descr="temp_trend_afghan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1435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</Words>
  <Application>Microsoft Office PowerPoint</Application>
  <PresentationFormat>On-screen Show (4:3)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Regression Project: Climate and Agriculture</vt:lpstr>
      <vt:lpstr>Problem Statement &amp; Objectives</vt:lpstr>
      <vt:lpstr>Dataset Overview</vt:lpstr>
      <vt:lpstr>Exploratory Data Analysis (EDA)</vt:lpstr>
      <vt:lpstr>Regression Models</vt:lpstr>
      <vt:lpstr>Results</vt:lpstr>
      <vt:lpstr>Insights &amp; Implications</vt:lpstr>
      <vt:lpstr>Conclusion &amp; Next Steps</vt:lpstr>
      <vt:lpstr>Distribution of Total Emissions</vt:lpstr>
      <vt:lpstr>Average Temperature Trend - Afghanistan</vt:lpstr>
      <vt:lpstr>Correlation Heatmap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Project: Climate and Agriculture</dc:title>
  <dc:subject/>
  <dc:creator>Millpark</dc:creator>
  <cp:keywords/>
  <dc:description>generated using python-pptx</dc:description>
  <cp:lastModifiedBy>Millpark</cp:lastModifiedBy>
  <cp:revision>3</cp:revision>
  <dcterms:created xsi:type="dcterms:W3CDTF">2013-01-27T09:14:16Z</dcterms:created>
  <dcterms:modified xsi:type="dcterms:W3CDTF">2025-09-07T14:10:27Z</dcterms:modified>
  <cp:category/>
</cp:coreProperties>
</file>